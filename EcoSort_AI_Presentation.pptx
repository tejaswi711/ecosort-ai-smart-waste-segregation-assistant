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529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🌱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Segregation Assistant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Sustainability Virtual Internship  |  1M1B  •  IBM SkillsBuild  •  AICTE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4846320"/>
            <a:ext cx="274320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89204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Tejaswi</a:t>
            </a:r>
            <a:r>
              <a:rPr lang="en-US" sz="2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Siddagoni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81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EcoSort AI?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is a working AI-powered assistant that helps users identify how to segregate and dispose of everyday waste items. Users type a waste item, and the AI returns clear guidance in seconds.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41732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63640" y="1581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9659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Sustainability project, built as a functional Python Streamlit web application using the OpenAI API and structured prompt engineering.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050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SDG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12 - Responsible Consumption and Production: promoting informed, efficient, and responsible waste management practices.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38862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4050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4348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implemented and tested prototype running locally in VS Code, using text-based waste item input.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struggle to identify how to correctly segregate household waste items.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between wet, dry, recyclable, e-waste, and hazardous categories is common.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segregation reduces recycling efficiency and increases landfill burden.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and communities lack a simple, on-demand guidance tool for everyday waste decisions.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need for a quick, accessible assistant that gives clear disposal guidance.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Alignment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and Production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Focus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1168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 promotes sustainable consumption and production patterns, including environmentally sound management of waste through reduction, recycling, and reuse.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26280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Alignment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01168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directly supports this goal by helping individuals make informed waste disposal decisions, improving segregation accuracy at the source.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4630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83880" y="1627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011680"/>
            <a:ext cx="3108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encouraging correct segregation and sustainable habits, the project supports better recycling outcomes and reduced environmental impact.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sustainable waste practices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57600" y="1901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Households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waste disposal decisions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901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Communities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waste management awareness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06840" y="173736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19019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General Public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286000"/>
            <a:ext cx="2148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needing simple segregation guidance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segregation charts and posters are static and not always accessible in the moment of decision.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guidelines vary by location and are not always easy to look up quickly.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rely on guesswork when unsure about a specific item.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simple, conversational tool that gives an instant, item-specific answer.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addresses this gap with an easy text-based query and response system.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is a simple AI-powered waste segregation assistant. Users enter the name of a waste item, and the AI provides: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Category:  </a:t>
            </a:r>
            <a:r>
              <a:rPr lang="en-US" sz="14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Wet, Dry, Recyclable, E-Waste, Hazardous, or Other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Bin:  </a:t>
            </a:r>
            <a:r>
              <a:rPr lang="en-US" sz="14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bin to use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Method:  </a:t>
            </a:r>
            <a:r>
              <a:rPr lang="en-US" sz="14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safe disposal instructions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Tip:  </a:t>
            </a:r>
            <a:r>
              <a:rPr lang="en-US" sz="14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advice to reduce waste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440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440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Note:  </a:t>
            </a:r>
            <a:r>
              <a:rPr lang="en-US" sz="14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handling the item safely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AI &amp; Prompt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used to understand the user's waste-item description, classify the waste category, and generate practical disposal and sustainability guidance. The AI interprets free-text input and returns structured, actionable recommendations.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5819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Approach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6596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designed system prompt instructs the AI to: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waste into Wet, Dry, Recyclable, E-Waste, Hazardous, or Other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 the recommended bin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disposal instructions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Give a sustainability tip and a safety note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Avoid dangerous disposal recommendations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Note that local rules may differ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structured JSON output only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9496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Item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05456" y="274320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424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2549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25496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Request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91456" y="274320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4242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1149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1496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274320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4242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9749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97496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63456" y="2743200"/>
            <a:ext cx="320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24242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83496" y="27432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83496" y="27432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Displays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reads the waste item, sends it with a structured system prompt to the OpenAI API, receives a JSON response, and displays the category, bin, disposal method, sustainability tip, and safety note.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4630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03320" y="1627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0332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framework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1627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for analysis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0" y="146304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72600" y="1627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011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system prompt 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273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AI responses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703320" y="3273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management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09360" y="3108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37960" y="3273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766560" y="1417320"/>
            <a:ext cx="4754880" cy="4663440"/>
          </a:xfrm>
          <a:prstGeom prst="roundRect">
            <a:avLst>
              <a:gd name="adj" fmla="val 1569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995160" y="1581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Features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96596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Clean, simple text-input interface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'Analyze Waste' button triggers AI analysis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Loading spinner during processing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 shown as clear sections with icons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Responsible AI disclaimer displayed after each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and tested in VS Code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5852160" cy="49439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AI Outputs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Plastic bottle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Waste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Bin: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Bin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Method: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Rinse the bottle to remove residue and place it in the appropriate recycling stream.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Tip: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using a reusable water bottle to reduce plastic waste.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349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bottle is empty and clean before recycling.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Banana peel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057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Category: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Waste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80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Bin: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Waste Bin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03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Method: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banana peel in the organic waste bin for composting.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526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Tip: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composting banana peels to enrich soil.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5349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Note: </a:t>
            </a:r>
            <a:r>
              <a:rPr lang="en-US" sz="11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peels are safe to handle; follow normal hygiene practices.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Considerations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assumptions based on users or communities.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states that recommendations are AI-generated.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46304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49640" y="1627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collect unnecessary personal information.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206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provide dangerous disposal instructions.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0916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Context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4206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that waste-management rules may differ by location.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0" y="365760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4964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Responsibility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42062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follow local waste-management authorities when required.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awareness of proper waste segregation practices.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make more informed disposal decisions.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recycling and material reuse.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the development of sustainable everyday habits.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responsible consumption and production, in line with SDG 12.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08792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may not always match local municipal waste-management rules.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descriptions provided by users may sometimes be ambiguous.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an educational prototype, not a replacement for official waste-management instructions.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 supports text-based input only.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image-based waste identification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local municipal waste-management guidelines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language support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collection center information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commonly searched waste items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3891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8F5E9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45720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version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 |  SDG 12: Responsible Consumption and Production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EcoSort AI demonstrates a practical application of AI for responsible waste management.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prototype shows how prompt engineering can turn a language model into a focused, useful sustainability tool.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directly supports SDG 12 by helping users make more informed, responsible disposal decisions.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further development, EcoSort AI has the potential to grow into a broader waste-management support tool.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1267</Words>
  <Application>Microsoft Office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Hello</cp:lastModifiedBy>
  <cp:revision>3</cp:revision>
  <dcterms:created xsi:type="dcterms:W3CDTF">2026-09-17T15:18:57Z</dcterms:created>
  <dcterms:modified xsi:type="dcterms:W3CDTF">2026-09-17T15:25:28Z</dcterms:modified>
</cp:coreProperties>
</file>